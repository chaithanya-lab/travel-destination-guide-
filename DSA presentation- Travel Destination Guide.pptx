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647" y="2112000"/>
            <a:ext cx="8058149" cy="155257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647" y="4261500"/>
            <a:ext cx="6857999" cy="1866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647" y="7311016"/>
            <a:ext cx="8020049" cy="21240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4875" y="5783870"/>
            <a:ext cx="8703123" cy="17525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22875" y="3660880"/>
            <a:ext cx="8865124" cy="110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772" y="756094"/>
            <a:ext cx="6153784" cy="677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28BB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528BB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0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482663"/>
            <a:ext cx="783907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49" y="2028693"/>
            <a:ext cx="9137015" cy="7193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28BB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2697" y="0"/>
            <a:ext cx="7155301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179684" cy="407088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0331" y="4695675"/>
            <a:ext cx="10729595" cy="2000250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12700" marR="5080">
              <a:lnSpc>
                <a:spcPts val="7030"/>
              </a:lnSpc>
              <a:spcBef>
                <a:spcPts val="1570"/>
              </a:spcBef>
            </a:pPr>
            <a:r>
              <a:rPr dirty="0" sz="7100" spc="-40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7100" spc="-19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7100" spc="-3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7100" spc="-19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7100" spc="-6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7100" spc="13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710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100" b="1">
                <a:solidFill>
                  <a:srgbClr val="FFFFFF"/>
                </a:solidFill>
                <a:latin typeface="Trebuchet MS"/>
                <a:cs typeface="Trebuchet MS"/>
              </a:rPr>
              <a:t>Destination</a:t>
            </a:r>
            <a:r>
              <a:rPr dirty="0" sz="7100" spc="-3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375" b="1">
                <a:solidFill>
                  <a:srgbClr val="FFFFFF"/>
                </a:solidFill>
                <a:latin typeface="Trebuchet MS"/>
                <a:cs typeface="Trebuchet MS"/>
              </a:rPr>
              <a:t>Guide </a:t>
            </a:r>
            <a:r>
              <a:rPr dirty="0" sz="7100" spc="-235" b="1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7100" spc="-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54" b="1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r>
              <a:rPr dirty="0" sz="7100" spc="-4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95" b="1">
                <a:solidFill>
                  <a:srgbClr val="FFFFFF"/>
                </a:solidFill>
                <a:latin typeface="Trebuchet MS"/>
                <a:cs typeface="Trebuchet MS"/>
              </a:rPr>
              <a:t>Adventure</a:t>
            </a:r>
            <a:endParaRPr sz="7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2283" y="7625622"/>
            <a:ext cx="4246880" cy="1747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3250" spc="195">
                <a:solidFill>
                  <a:srgbClr val="FFFFFF"/>
                </a:solidFill>
                <a:latin typeface="Lucida Sans Unicode"/>
                <a:cs typeface="Lucida Sans Unicode"/>
              </a:rPr>
              <a:t>J.</a:t>
            </a:r>
            <a:r>
              <a:rPr dirty="0" sz="32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5">
                <a:solidFill>
                  <a:srgbClr val="FFFFFF"/>
                </a:solidFill>
                <a:latin typeface="Lucida Sans Unicode"/>
                <a:cs typeface="Lucida Sans Unicode"/>
              </a:rPr>
              <a:t>Krishna</a:t>
            </a:r>
            <a:r>
              <a:rPr dirty="0" sz="32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Lucida Sans Unicode"/>
                <a:cs typeface="Lucida Sans Unicode"/>
              </a:rPr>
              <a:t>Chaithanya </a:t>
            </a:r>
            <a:r>
              <a:rPr dirty="0" sz="3250" spc="-110">
                <a:solidFill>
                  <a:srgbClr val="FFFFFF"/>
                </a:solidFill>
                <a:latin typeface="Lucida Sans Unicode"/>
                <a:cs typeface="Lucida Sans Unicode"/>
              </a:rPr>
              <a:t>2520040049</a:t>
            </a:r>
            <a:endParaRPr sz="3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3250" spc="-95">
                <a:solidFill>
                  <a:srgbClr val="FFFFFF"/>
                </a:solidFill>
                <a:latin typeface="Lucida Sans Unicode"/>
                <a:cs typeface="Lucida Sans Unicode"/>
              </a:rPr>
              <a:t>Cluster:</a:t>
            </a:r>
            <a:r>
              <a:rPr dirty="0" sz="325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3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 b="1">
                <a:solidFill>
                  <a:srgbClr val="205980"/>
                </a:solidFill>
                <a:latin typeface="Trebuchet MS"/>
                <a:cs typeface="Trebuchet MS"/>
              </a:rPr>
              <a:t>Abstarct: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187" y="2600285"/>
            <a:ext cx="102954" cy="10295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21639" y="2302811"/>
            <a:ext cx="15187930" cy="6853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245235">
              <a:lnSpc>
                <a:spcPct val="100000"/>
              </a:lnSpc>
              <a:spcBef>
                <a:spcPts val="105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trips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can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be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0">
                <a:solidFill>
                  <a:srgbClr val="205980"/>
                </a:solidFill>
                <a:latin typeface="Times New Roman"/>
                <a:cs typeface="Times New Roman"/>
              </a:rPr>
              <a:t>difficult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due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large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number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of</a:t>
            </a:r>
            <a:r>
              <a:rPr dirty="0" sz="3450" spc="229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destinations,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activities,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options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available.</a:t>
            </a:r>
            <a:endParaRPr sz="3450">
              <a:latin typeface="Times New Roman"/>
              <a:cs typeface="Times New Roman"/>
            </a:endParaRPr>
          </a:p>
          <a:p>
            <a:pPr marL="12700" marR="957580">
              <a:lnSpc>
                <a:spcPts val="4130"/>
              </a:lnSpc>
              <a:spcBef>
                <a:spcPts val="135"/>
              </a:spcBef>
            </a:pPr>
            <a:r>
              <a:rPr dirty="0" sz="3450" spc="-110">
                <a:solidFill>
                  <a:srgbClr val="205980"/>
                </a:solidFill>
                <a:latin typeface="Times New Roman"/>
                <a:cs typeface="Times New Roman"/>
              </a:rPr>
              <a:t>Travelers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often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need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search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through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multiple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5">
                <a:solidFill>
                  <a:srgbClr val="205980"/>
                </a:solidFill>
                <a:latin typeface="Times New Roman"/>
                <a:cs typeface="Times New Roman"/>
              </a:rPr>
              <a:t>websites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find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40">
                <a:solidFill>
                  <a:srgbClr val="205980"/>
                </a:solidFill>
                <a:latin typeface="Times New Roman"/>
                <a:cs typeface="Times New Roman"/>
              </a:rPr>
              <a:t>about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destinations,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weather,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accommodation,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transportation,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activities.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ts val="4000"/>
              </a:lnSpc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This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5">
                <a:solidFill>
                  <a:srgbClr val="205980"/>
                </a:solidFill>
                <a:latin typeface="Times New Roman"/>
                <a:cs typeface="Times New Roman"/>
              </a:rPr>
              <a:t>process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can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be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0">
                <a:solidFill>
                  <a:srgbClr val="205980"/>
                </a:solidFill>
                <a:latin typeface="Times New Roman"/>
                <a:cs typeface="Times New Roman"/>
              </a:rPr>
              <a:t>time-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consuming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confusing</a:t>
            </a:r>
            <a:r>
              <a:rPr dirty="0" sz="3450" spc="-1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7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users.</a:t>
            </a:r>
            <a:endParaRPr sz="3450">
              <a:latin typeface="Times New Roman"/>
              <a:cs typeface="Times New Roman"/>
            </a:endParaRPr>
          </a:p>
          <a:p>
            <a:pPr marL="12700" marR="894715">
              <a:lnSpc>
                <a:spcPts val="4130"/>
              </a:lnSpc>
              <a:spcBef>
                <a:spcPts val="145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Travel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Destination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Guide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Adventures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is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proposed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5">
                <a:solidFill>
                  <a:srgbClr val="205980"/>
                </a:solidFill>
                <a:latin typeface="Times New Roman"/>
                <a:cs typeface="Times New Roman"/>
              </a:rPr>
              <a:t>simplify</a:t>
            </a:r>
            <a:r>
              <a:rPr dirty="0" sz="3450" spc="-12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trip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planning.</a:t>
            </a:r>
            <a:endParaRPr sz="3450">
              <a:latin typeface="Times New Roman"/>
              <a:cs typeface="Times New Roman"/>
            </a:endParaRPr>
          </a:p>
          <a:p>
            <a:pPr marL="12700" marR="5080">
              <a:lnSpc>
                <a:spcPts val="4130"/>
              </a:lnSpc>
              <a:spcBef>
                <a:spcPts val="10"/>
              </a:spcBef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helps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discover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destinations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explore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different</a:t>
            </a:r>
            <a:r>
              <a:rPr dirty="0" sz="3450" spc="-1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activities.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It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provides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55">
                <a:solidFill>
                  <a:srgbClr val="205980"/>
                </a:solidFill>
                <a:latin typeface="Times New Roman"/>
                <a:cs typeface="Times New Roman"/>
              </a:rPr>
              <a:t>important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details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such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as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destination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information,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weather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conditions,</a:t>
            </a:r>
            <a:r>
              <a:rPr dirty="0" sz="3450" spc="-1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80">
                <a:solidFill>
                  <a:srgbClr val="205980"/>
                </a:solidFill>
                <a:latin typeface="Times New Roman"/>
                <a:cs typeface="Times New Roman"/>
              </a:rPr>
              <a:t>and </a:t>
            </a:r>
            <a:r>
              <a:rPr dirty="0" sz="3450" spc="-8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3450" spc="-16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tips.</a:t>
            </a:r>
            <a:endParaRPr sz="3450">
              <a:latin typeface="Times New Roman"/>
              <a:cs typeface="Times New Roman"/>
            </a:endParaRPr>
          </a:p>
          <a:p>
            <a:pPr marL="12700" marR="874394">
              <a:lnSpc>
                <a:spcPts val="4130"/>
              </a:lnSpc>
            </a:pP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system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also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205980"/>
                </a:solidFill>
                <a:latin typeface="Times New Roman"/>
                <a:cs typeface="Times New Roman"/>
              </a:rPr>
              <a:t>includes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tools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205980"/>
                </a:solidFill>
                <a:latin typeface="Times New Roman"/>
                <a:cs typeface="Times New Roman"/>
              </a:rPr>
              <a:t>help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organize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their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e</a:t>
            </a:r>
            <a:r>
              <a:rPr dirty="0" sz="3450" spc="-135">
                <a:solidFill>
                  <a:srgbClr val="205980"/>
                </a:solidFill>
                <a:latin typeface="Times New Roman"/>
                <a:cs typeface="Times New Roman"/>
              </a:rPr>
              <a:t>f</a:t>
            </a:r>
            <a:r>
              <a:rPr dirty="0" sz="3450" spc="30">
                <a:solidFill>
                  <a:srgbClr val="205980"/>
                </a:solidFill>
                <a:latin typeface="Times New Roman"/>
                <a:cs typeface="Times New Roman"/>
              </a:rPr>
              <a:t>f</a:t>
            </a:r>
            <a:r>
              <a:rPr dirty="0" sz="3450" spc="-40">
                <a:solidFill>
                  <a:srgbClr val="205980"/>
                </a:solidFill>
                <a:latin typeface="Times New Roman"/>
                <a:cs typeface="Times New Roman"/>
              </a:rPr>
              <a:t>icie</a:t>
            </a:r>
            <a:r>
              <a:rPr dirty="0" sz="3450" spc="-30">
                <a:solidFill>
                  <a:srgbClr val="205980"/>
                </a:solidFill>
                <a:latin typeface="Times New Roman"/>
                <a:cs typeface="Times New Roman"/>
              </a:rPr>
              <a:t>n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t</a:t>
            </a:r>
            <a:r>
              <a:rPr dirty="0" sz="3450" spc="-120">
                <a:solidFill>
                  <a:srgbClr val="205980"/>
                </a:solidFill>
                <a:latin typeface="Times New Roman"/>
                <a:cs typeface="Times New Roman"/>
              </a:rPr>
              <a:t>l</a:t>
            </a:r>
            <a:r>
              <a:rPr dirty="0" sz="3450" spc="-434">
                <a:solidFill>
                  <a:srgbClr val="205980"/>
                </a:solidFill>
                <a:latin typeface="Times New Roman"/>
                <a:cs typeface="Times New Roman"/>
              </a:rPr>
              <a:t>y</a:t>
            </a:r>
            <a:r>
              <a:rPr dirty="0" sz="3450" spc="70">
                <a:solidFill>
                  <a:srgbClr val="205980"/>
                </a:solidFill>
                <a:latin typeface="Times New Roman"/>
                <a:cs typeface="Times New Roman"/>
              </a:rPr>
              <a:t>.</a:t>
            </a:r>
            <a:r>
              <a:rPr dirty="0" sz="3450" spc="-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65">
                <a:solidFill>
                  <a:srgbClr val="205980"/>
                </a:solidFill>
                <a:latin typeface="Times New Roman"/>
                <a:cs typeface="Times New Roman"/>
              </a:rPr>
              <a:t>Overall,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the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aims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2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35">
                <a:solidFill>
                  <a:srgbClr val="205980"/>
                </a:solidFill>
                <a:latin typeface="Times New Roman"/>
                <a:cs typeface="Times New Roman"/>
              </a:rPr>
              <a:t>make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trip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planning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95">
                <a:solidFill>
                  <a:srgbClr val="205980"/>
                </a:solidFill>
                <a:latin typeface="Times New Roman"/>
                <a:cs typeface="Times New Roman"/>
              </a:rPr>
              <a:t>easier,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85">
                <a:solidFill>
                  <a:srgbClr val="205980"/>
                </a:solidFill>
                <a:latin typeface="Times New Roman"/>
                <a:cs typeface="Times New Roman"/>
              </a:rPr>
              <a:t>safer,</a:t>
            </a:r>
            <a:r>
              <a:rPr dirty="0" sz="3450" spc="-1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3450" spc="-1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205980"/>
                </a:solidFill>
                <a:latin typeface="Times New Roman"/>
                <a:cs typeface="Times New Roman"/>
              </a:rPr>
              <a:t>more </a:t>
            </a:r>
            <a:r>
              <a:rPr dirty="0" sz="3450" spc="-45">
                <a:solidFill>
                  <a:srgbClr val="205980"/>
                </a:solidFill>
                <a:latin typeface="Times New Roman"/>
                <a:cs typeface="Times New Roman"/>
              </a:rPr>
              <a:t>convenient</a:t>
            </a:r>
            <a:r>
              <a:rPr dirty="0" sz="3450" spc="-1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3450" spc="-1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205980"/>
                </a:solidFill>
                <a:latin typeface="Times New Roman"/>
                <a:cs typeface="Times New Roman"/>
              </a:rPr>
              <a:t>travelers.</a:t>
            </a:r>
            <a:endParaRPr sz="345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187" y="3650425"/>
            <a:ext cx="102954" cy="10295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187" y="4700565"/>
            <a:ext cx="102954" cy="10295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187" y="5225636"/>
            <a:ext cx="102954" cy="10295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187" y="6275776"/>
            <a:ext cx="102954" cy="10295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187" y="6800846"/>
            <a:ext cx="102954" cy="10295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187" y="7850986"/>
            <a:ext cx="102954" cy="10295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187" y="8376056"/>
            <a:ext cx="102954" cy="102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7068" y="-57891"/>
            <a:ext cx="8272780" cy="225425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pc="-270"/>
              <a:t>Existing</a:t>
            </a:r>
            <a:r>
              <a:rPr dirty="0" spc="-645"/>
              <a:t> </a:t>
            </a:r>
            <a:r>
              <a:rPr dirty="0" spc="-675"/>
              <a:t>T</a:t>
            </a:r>
            <a:r>
              <a:rPr dirty="0" spc="-400"/>
              <a:t>r</a:t>
            </a:r>
            <a:r>
              <a:rPr dirty="0" spc="-200"/>
              <a:t>a</a:t>
            </a:r>
            <a:r>
              <a:rPr dirty="0" spc="-229"/>
              <a:t>v</a:t>
            </a:r>
            <a:r>
              <a:rPr dirty="0" spc="-220"/>
              <a:t>e</a:t>
            </a:r>
            <a:r>
              <a:rPr dirty="0" spc="-10"/>
              <a:t>l</a:t>
            </a:r>
            <a:r>
              <a:rPr dirty="0" spc="-290"/>
              <a:t> </a:t>
            </a:r>
            <a:r>
              <a:rPr dirty="0" spc="140"/>
              <a:t>Planning</a:t>
            </a:r>
            <a:r>
              <a:rPr dirty="0" spc="-665"/>
              <a:t> </a:t>
            </a:r>
            <a:r>
              <a:rPr dirty="0" spc="-80"/>
              <a:t>Solutions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3421047"/>
            <a:ext cx="66766" cy="6676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4279475"/>
            <a:ext cx="66766" cy="6676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5137903"/>
            <a:ext cx="66766" cy="6676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5567117"/>
            <a:ext cx="66766" cy="6676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6854759"/>
            <a:ext cx="66766" cy="6676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7713188"/>
            <a:ext cx="66766" cy="6676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8142402"/>
            <a:ext cx="66766" cy="6676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004" y="9000830"/>
            <a:ext cx="66766" cy="6676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37009" y="2706629"/>
            <a:ext cx="10595610" cy="646366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00" spc="10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endParaRPr sz="2400">
              <a:latin typeface="Times New Roman"/>
              <a:cs typeface="Times New Roman"/>
            </a:endParaRPr>
          </a:p>
          <a:p>
            <a:pPr marL="533400" marR="288290">
              <a:lnSpc>
                <a:spcPct val="11730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websites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blogs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destinations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travel experiences.</a:t>
            </a:r>
            <a:endParaRPr sz="2400">
              <a:latin typeface="Times New Roman"/>
              <a:cs typeface="Times New Roman"/>
            </a:endParaRPr>
          </a:p>
          <a:p>
            <a:pPr marL="533400" marR="283210">
              <a:lnSpc>
                <a:spcPct val="117300"/>
              </a:lnSpc>
              <a:spcBef>
                <a:spcPts val="5"/>
              </a:spcBef>
            </a:pP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Online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imes New Roman"/>
                <a:cs typeface="Times New Roman"/>
              </a:rPr>
              <a:t>booking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book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flights,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hotels,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adventure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activities.</a:t>
            </a:r>
            <a:endParaRPr sz="2400">
              <a:latin typeface="Times New Roman"/>
              <a:cs typeface="Times New Roman"/>
            </a:endParaRPr>
          </a:p>
          <a:p>
            <a:pPr marL="533400" marR="5080">
              <a:lnSpc>
                <a:spcPct val="117300"/>
              </a:lnSpc>
            </a:pP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Navigation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map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help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destinations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routes.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reviews,</a:t>
            </a:r>
            <a:r>
              <a:rPr dirty="0" sz="24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imes New Roman"/>
                <a:cs typeface="Times New Roman"/>
              </a:rPr>
              <a:t>photos,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recommendations.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Limitations</a:t>
            </a: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  <a:endParaRPr sz="2400">
              <a:latin typeface="Times New Roman"/>
              <a:cs typeface="Times New Roman"/>
            </a:endParaRPr>
          </a:p>
          <a:p>
            <a:pPr marL="533400" marR="513715">
              <a:lnSpc>
                <a:spcPct val="117300"/>
              </a:lnSpc>
            </a:pPr>
            <a:r>
              <a:rPr dirty="0" sz="2400" spc="9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scattered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platforms,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making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planning</a:t>
            </a:r>
            <a:r>
              <a:rPr dirty="0" sz="24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time-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consuming.</a:t>
            </a:r>
            <a:endParaRPr sz="2400">
              <a:latin typeface="Times New Roman"/>
              <a:cs typeface="Times New Roman"/>
            </a:endParaRPr>
          </a:p>
          <a:p>
            <a:pPr marL="533400" marR="1209675">
              <a:lnSpc>
                <a:spcPct val="117300"/>
              </a:lnSpc>
            </a:pPr>
            <a:r>
              <a:rPr dirty="0" sz="2400" spc="12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specifically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4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imes New Roman"/>
                <a:cs typeface="Times New Roman"/>
              </a:rPr>
              <a:t>trip</a:t>
            </a:r>
            <a:r>
              <a:rPr dirty="0" sz="24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planning. </a:t>
            </a:r>
            <a:r>
              <a:rPr dirty="0" sz="2400" spc="95">
                <a:solidFill>
                  <a:srgbClr val="FFFFFF"/>
                </a:solidFill>
                <a:latin typeface="Times New Roman"/>
                <a:cs typeface="Times New Roman"/>
              </a:rPr>
              <a:t>Lack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personalized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interests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preferences.</a:t>
            </a:r>
            <a:endParaRPr sz="24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5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Difficult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activities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information </a:t>
            </a:r>
            <a:r>
              <a:rPr dirty="0" sz="2400" spc="55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4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place.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495968"/>
            <a:ext cx="8740775" cy="2061845"/>
          </a:xfrm>
          <a:prstGeom prst="rect"/>
        </p:spPr>
        <p:txBody>
          <a:bodyPr wrap="square" lIns="0" tIns="200025" rIns="0" bIns="0" rtlCol="0" vert="horz">
            <a:spAutoFit/>
          </a:bodyPr>
          <a:lstStyle/>
          <a:p>
            <a:pPr marL="12700" marR="5080">
              <a:lnSpc>
                <a:spcPts val="7280"/>
              </a:lnSpc>
              <a:spcBef>
                <a:spcPts val="1575"/>
              </a:spcBef>
            </a:pPr>
            <a:r>
              <a:rPr dirty="0" sz="7300" spc="165" b="1">
                <a:latin typeface="Trebuchet MS"/>
                <a:cs typeface="Trebuchet MS"/>
              </a:rPr>
              <a:t>Introducing</a:t>
            </a:r>
            <a:r>
              <a:rPr dirty="0" sz="7300" spc="-345" b="1">
                <a:latin typeface="Trebuchet MS"/>
                <a:cs typeface="Trebuchet MS"/>
              </a:rPr>
              <a:t> </a:t>
            </a:r>
            <a:r>
              <a:rPr dirty="0" sz="7300" spc="100" b="1">
                <a:latin typeface="Trebuchet MS"/>
                <a:cs typeface="Trebuchet MS"/>
              </a:rPr>
              <a:t>Our Adventure</a:t>
            </a:r>
            <a:r>
              <a:rPr dirty="0" sz="7300" spc="-350" b="1">
                <a:latin typeface="Trebuchet MS"/>
                <a:cs typeface="Trebuchet MS"/>
              </a:rPr>
              <a:t> </a:t>
            </a:r>
            <a:r>
              <a:rPr dirty="0" sz="7300" spc="-10" b="1">
                <a:latin typeface="Trebuchet MS"/>
                <a:cs typeface="Trebuchet MS"/>
              </a:rPr>
              <a:t>Platform</a:t>
            </a:r>
            <a:endParaRPr sz="73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4244723"/>
            <a:ext cx="71338" cy="713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4684647"/>
            <a:ext cx="71338" cy="7133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5564494"/>
            <a:ext cx="71338" cy="7133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6004417"/>
            <a:ext cx="71338" cy="7133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6884264"/>
            <a:ext cx="71338" cy="7133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7324187"/>
            <a:ext cx="71338" cy="7133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7764111"/>
            <a:ext cx="71338" cy="7133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8643957"/>
            <a:ext cx="71338" cy="7133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732" y="9083881"/>
            <a:ext cx="71338" cy="7133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66007" y="2653920"/>
            <a:ext cx="9406255" cy="6614159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2010"/>
              </a:spcBef>
            </a:pPr>
            <a:r>
              <a:rPr dirty="0" sz="3200" spc="-305">
                <a:solidFill>
                  <a:srgbClr val="FFFFFF"/>
                </a:solidFill>
                <a:latin typeface="Lucida Sans Unicode"/>
                <a:cs typeface="Lucida Sans Unicode"/>
              </a:rPr>
              <a:t>Your</a:t>
            </a:r>
            <a:r>
              <a:rPr dirty="0" sz="3200" spc="-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40">
                <a:solidFill>
                  <a:srgbClr val="FFFFFF"/>
                </a:solidFill>
                <a:latin typeface="Lucida Sans Unicode"/>
                <a:cs typeface="Lucida Sans Unicode"/>
              </a:rPr>
              <a:t>one-</a:t>
            </a:r>
            <a:r>
              <a:rPr dirty="0" sz="3200" spc="-175">
                <a:solidFill>
                  <a:srgbClr val="FFFFFF"/>
                </a:solidFill>
                <a:latin typeface="Lucida Sans Unicode"/>
                <a:cs typeface="Lucida Sans Unicode"/>
              </a:rPr>
              <a:t>stop</a:t>
            </a:r>
            <a:r>
              <a:rPr dirty="0" sz="3200" spc="-2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29">
                <a:solidFill>
                  <a:srgbClr val="FFFFFF"/>
                </a:solidFill>
                <a:latin typeface="Lucida Sans Unicode"/>
                <a:cs typeface="Lucida Sans Unicode"/>
              </a:rPr>
              <a:t>solution</a:t>
            </a:r>
            <a:r>
              <a:rPr dirty="0" sz="3200" spc="-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1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200" spc="-3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Lucida Sans Unicode"/>
                <a:cs typeface="Lucida Sans Unicode"/>
              </a:rPr>
              <a:t>planning</a:t>
            </a:r>
            <a:endParaRPr sz="3200">
              <a:latin typeface="Lucida Sans Unicode"/>
              <a:cs typeface="Lucida Sans Unicode"/>
            </a:endParaRPr>
          </a:p>
          <a:p>
            <a:pPr marL="560070" marR="4263390" indent="-548005">
              <a:lnSpc>
                <a:spcPct val="115500"/>
              </a:lnSpc>
              <a:spcBef>
                <a:spcPts val="1090"/>
              </a:spcBef>
            </a:pP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Key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5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include: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35">
                <a:solidFill>
                  <a:srgbClr val="FFFFFF"/>
                </a:solidFill>
                <a:latin typeface="Times New Roman"/>
                <a:cs typeface="Times New Roman"/>
              </a:rPr>
              <a:t>Discovery</a:t>
            </a:r>
            <a:endParaRPr sz="2500">
              <a:latin typeface="Times New Roman"/>
              <a:cs typeface="Times New Roman"/>
            </a:endParaRPr>
          </a:p>
          <a:p>
            <a:pPr marL="560070" marR="1026160" indent="80010">
              <a:lnSpc>
                <a:spcPts val="3460"/>
              </a:lnSpc>
              <a:spcBef>
                <a:spcPts val="195"/>
              </a:spcBef>
            </a:pP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Times New Roman"/>
                <a:cs typeface="Times New Roman"/>
              </a:rPr>
              <a:t>explore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destinations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mountains,</a:t>
            </a:r>
            <a:r>
              <a:rPr dirty="0" sz="25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beaches,</a:t>
            </a:r>
            <a:r>
              <a:rPr dirty="0" sz="25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forests,</a:t>
            </a:r>
            <a:r>
              <a:rPr dirty="0" sz="25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deserts.</a:t>
            </a:r>
            <a:endParaRPr sz="25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  <a:spcBef>
                <a:spcPts val="27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Activity-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5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endParaRPr sz="2500">
              <a:latin typeface="Times New Roman"/>
              <a:cs typeface="Times New Roman"/>
            </a:endParaRPr>
          </a:p>
          <a:p>
            <a:pPr marL="560070" marR="502920" indent="80010">
              <a:lnSpc>
                <a:spcPts val="3460"/>
              </a:lnSpc>
              <a:spcBef>
                <a:spcPts val="19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search 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activities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trekking,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hiking,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scuba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diving,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imes New Roman"/>
                <a:cs typeface="Times New Roman"/>
              </a:rPr>
              <a:t>paragliding,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camping,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Times New Roman"/>
                <a:cs typeface="Times New Roman"/>
              </a:rPr>
              <a:t>more.</a:t>
            </a:r>
            <a:endParaRPr sz="2500">
              <a:latin typeface="Times New Roman"/>
              <a:cs typeface="Times New Roman"/>
            </a:endParaRPr>
          </a:p>
          <a:p>
            <a:pPr marL="560070" marR="231775">
              <a:lnSpc>
                <a:spcPts val="3460"/>
              </a:lnSpc>
              <a:spcBef>
                <a:spcPts val="10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avel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plans,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destinations,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organize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activities. 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Reviews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Ratings</a:t>
            </a:r>
            <a:endParaRPr sz="2500">
              <a:latin typeface="Times New Roman"/>
              <a:cs typeface="Times New Roman"/>
            </a:endParaRPr>
          </a:p>
          <a:p>
            <a:pPr marL="560070" marR="5080" indent="80010">
              <a:lnSpc>
                <a:spcPts val="3460"/>
              </a:lnSpc>
              <a:spcBef>
                <a:spcPts val="5"/>
              </a:spcBef>
            </a:pP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Travelers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imes New Roman"/>
                <a:cs typeface="Times New Roman"/>
              </a:rPr>
              <a:t>read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FFFFFF"/>
                </a:solidFill>
                <a:latin typeface="Times New Roman"/>
                <a:cs typeface="Times New Roman"/>
              </a:rPr>
              <a:t>experiences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5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imes New Roman"/>
                <a:cs typeface="Times New Roman"/>
              </a:rPr>
              <a:t>other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users.</a:t>
            </a:r>
            <a:endParaRPr sz="25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  <a:spcBef>
                <a:spcPts val="280"/>
              </a:spcBef>
            </a:pPr>
            <a:r>
              <a:rPr dirty="0" sz="2500" spc="60">
                <a:solidFill>
                  <a:srgbClr val="FFFFFF"/>
                </a:solidFill>
                <a:latin typeface="Times New Roman"/>
                <a:cs typeface="Times New Roman"/>
              </a:rPr>
              <a:t>Interactive</a:t>
            </a:r>
            <a:r>
              <a:rPr dirty="0" sz="2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imes New Roman"/>
                <a:cs typeface="Times New Roman"/>
              </a:rPr>
              <a:t>Maps</a:t>
            </a:r>
            <a:endParaRPr sz="2500">
              <a:latin typeface="Times New Roman"/>
              <a:cs typeface="Times New Roman"/>
            </a:endParaRPr>
          </a:p>
          <a:p>
            <a:pPr marL="640715">
              <a:lnSpc>
                <a:spcPct val="100000"/>
              </a:lnSpc>
              <a:spcBef>
                <a:spcPts val="459"/>
              </a:spcBef>
            </a:pPr>
            <a:r>
              <a:rPr dirty="0" sz="2500" spc="7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dirty="0" sz="25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imes New Roman"/>
                <a:cs typeface="Times New Roman"/>
              </a:rPr>
              <a:t>locate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imes New Roman"/>
                <a:cs typeface="Times New Roman"/>
              </a:rPr>
              <a:t>adventure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spots</a:t>
            </a:r>
            <a:r>
              <a:rPr dirty="0" sz="25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dirty="0" sz="25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Times New Roman"/>
                <a:cs typeface="Times New Roman"/>
              </a:rPr>
              <a:t>facilities.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75" b="1">
                <a:solidFill>
                  <a:srgbClr val="205980"/>
                </a:solidFill>
                <a:latin typeface="Trebuchet MS"/>
                <a:cs typeface="Trebuchet MS"/>
              </a:rPr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3556376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4546976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5537576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6528175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7518775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350" y="8509375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Explore</a:t>
            </a:r>
            <a:r>
              <a:rPr dirty="0" spc="-250"/>
              <a:t> </a:t>
            </a:r>
            <a:r>
              <a:rPr dirty="0"/>
              <a:t>diverse</a:t>
            </a:r>
            <a:r>
              <a:rPr dirty="0" spc="-245"/>
              <a:t> </a:t>
            </a:r>
            <a:r>
              <a:rPr dirty="0" spc="-100"/>
              <a:t>terrains</a:t>
            </a:r>
            <a:r>
              <a:rPr dirty="0" spc="-245"/>
              <a:t> </a:t>
            </a:r>
            <a:r>
              <a:rPr dirty="0" spc="290"/>
              <a:t>and</a:t>
            </a:r>
            <a:r>
              <a:rPr dirty="0" spc="-245"/>
              <a:t> </a:t>
            </a:r>
            <a:r>
              <a:rPr dirty="0" spc="45"/>
              <a:t>experiences</a:t>
            </a:r>
          </a:p>
          <a:p>
            <a:pPr>
              <a:lnSpc>
                <a:spcPct val="100000"/>
              </a:lnSpc>
              <a:spcBef>
                <a:spcPts val="2080"/>
              </a:spcBef>
            </a:pPr>
          </a:p>
          <a:p>
            <a:pPr marL="373380" marR="37020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provide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detailed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205980"/>
                </a:solidFill>
                <a:latin typeface="Times New Roman"/>
                <a:cs typeface="Times New Roman"/>
              </a:rPr>
              <a:t>about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destinations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such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05980"/>
                </a:solidFill>
                <a:latin typeface="Times New Roman"/>
                <a:cs typeface="Times New Roman"/>
              </a:rPr>
              <a:t>as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location,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activities,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travel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tips.</a:t>
            </a:r>
            <a:endParaRPr sz="2800">
              <a:latin typeface="Times New Roman"/>
              <a:cs typeface="Times New Roman"/>
            </a:endParaRPr>
          </a:p>
          <a:p>
            <a:pPr marL="373380" marR="5080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allow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users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search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explore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different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activities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like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trekking,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camping,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05980"/>
                </a:solidFill>
                <a:latin typeface="Times New Roman"/>
                <a:cs typeface="Times New Roman"/>
              </a:rPr>
              <a:t>scuba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diving,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hiking.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provide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weather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best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time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visit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205980"/>
                </a:solidFill>
                <a:latin typeface="Times New Roman"/>
                <a:cs typeface="Times New Roman"/>
              </a:rPr>
              <a:t>for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each</a:t>
            </a:r>
            <a:r>
              <a:rPr dirty="0" sz="2800" spc="-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destination.</a:t>
            </a:r>
            <a:endParaRPr sz="2800">
              <a:latin typeface="Times New Roman"/>
              <a:cs typeface="Times New Roman"/>
            </a:endParaRPr>
          </a:p>
          <a:p>
            <a:pPr marL="373380" marR="138430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05980"/>
                </a:solidFill>
                <a:latin typeface="Times New Roman"/>
                <a:cs typeface="Times New Roman"/>
              </a:rPr>
              <a:t>include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user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reviews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ratings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help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travelers</a:t>
            </a:r>
            <a:r>
              <a:rPr dirty="0" sz="2800" spc="4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205980"/>
                </a:solidFill>
                <a:latin typeface="Times New Roman"/>
                <a:cs typeface="Times New Roman"/>
              </a:rPr>
              <a:t>make </a:t>
            </a:r>
            <a:r>
              <a:rPr dirty="0" sz="2800" spc="90">
                <a:solidFill>
                  <a:srgbClr val="205980"/>
                </a:solidFill>
                <a:latin typeface="Times New Roman"/>
                <a:cs typeface="Times New Roman"/>
              </a:rPr>
              <a:t>better</a:t>
            </a:r>
            <a:r>
              <a:rPr dirty="0" sz="2800" spc="-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373380" marR="33845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3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05980"/>
                </a:solidFill>
                <a:latin typeface="Times New Roman"/>
                <a:cs typeface="Times New Roman"/>
              </a:rPr>
              <a:t>integrate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maps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05980"/>
                </a:solidFill>
                <a:latin typeface="Times New Roman"/>
                <a:cs typeface="Times New Roman"/>
              </a:rPr>
              <a:t>and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navigation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for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locating</a:t>
            </a:r>
            <a:r>
              <a:rPr dirty="0" sz="2800" spc="3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05980"/>
                </a:solidFill>
                <a:latin typeface="Times New Roman"/>
                <a:cs typeface="Times New Roman"/>
              </a:rPr>
              <a:t>adventure destinations</a:t>
            </a:r>
            <a:r>
              <a:rPr dirty="0" sz="2800" spc="5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easily.</a:t>
            </a:r>
            <a:endParaRPr sz="2800">
              <a:latin typeface="Times New Roman"/>
              <a:cs typeface="Times New Roman"/>
            </a:endParaRPr>
          </a:p>
          <a:p>
            <a:pPr marL="373380" marR="78105">
              <a:lnSpc>
                <a:spcPct val="116100"/>
              </a:lnSpc>
            </a:pP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To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create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160">
                <a:solidFill>
                  <a:srgbClr val="205980"/>
                </a:solidFill>
                <a:latin typeface="Times New Roman"/>
                <a:cs typeface="Times New Roman"/>
              </a:rPr>
              <a:t>a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centralized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platform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where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all</a:t>
            </a:r>
            <a:r>
              <a:rPr dirty="0" sz="2800" spc="10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05980"/>
                </a:solidFill>
                <a:latin typeface="Times New Roman"/>
                <a:cs typeface="Times New Roman"/>
              </a:rPr>
              <a:t>adventure</a:t>
            </a:r>
            <a:r>
              <a:rPr dirty="0" sz="2800" spc="1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travel </a:t>
            </a:r>
            <a:r>
              <a:rPr dirty="0" sz="2800" spc="80">
                <a:solidFill>
                  <a:srgbClr val="205980"/>
                </a:solidFill>
                <a:latin typeface="Times New Roman"/>
                <a:cs typeface="Times New Roman"/>
              </a:rPr>
              <a:t>information</a:t>
            </a:r>
            <a:r>
              <a:rPr dirty="0" sz="2800" spc="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is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05980"/>
                </a:solidFill>
                <a:latin typeface="Times New Roman"/>
                <a:cs typeface="Times New Roman"/>
              </a:rPr>
              <a:t>available</a:t>
            </a:r>
            <a:r>
              <a:rPr dirty="0" sz="2800" spc="10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05980"/>
                </a:solidFill>
                <a:latin typeface="Times New Roman"/>
                <a:cs typeface="Times New Roman"/>
              </a:rPr>
              <a:t>in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05980"/>
                </a:solidFill>
                <a:latin typeface="Times New Roman"/>
                <a:cs typeface="Times New Roman"/>
              </a:rPr>
              <a:t>one</a:t>
            </a:r>
            <a:r>
              <a:rPr dirty="0" sz="2800" spc="15">
                <a:solidFill>
                  <a:srgbClr val="20598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05980"/>
                </a:solidFill>
                <a:latin typeface="Times New Roman"/>
                <a:cs typeface="Times New Roman"/>
              </a:rPr>
              <a:t>place.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285" y="3659172"/>
            <a:ext cx="8715374" cy="14858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8052" y="5925470"/>
            <a:ext cx="7105650" cy="2038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0844" y="3664186"/>
            <a:ext cx="7439024" cy="1590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14846" y="8643087"/>
            <a:ext cx="9524999" cy="11715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45"/>
              <a:t>CO’s</a:t>
            </a:r>
            <a:r>
              <a:rPr dirty="0" spc="-665"/>
              <a:t> </a:t>
            </a:r>
            <a:r>
              <a:rPr dirty="0" spc="35"/>
              <a:t>Attainment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09926" y="2036616"/>
            <a:ext cx="7625715" cy="715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0" spc="570">
                <a:solidFill>
                  <a:srgbClr val="FFFFFF"/>
                </a:solidFill>
                <a:latin typeface="Trebuchet MS"/>
                <a:cs typeface="Trebuchet MS"/>
              </a:rPr>
              <a:t>CO1</a:t>
            </a:r>
            <a:r>
              <a:rPr dirty="0" sz="4500" spc="-3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61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4500" spc="-3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65">
                <a:solidFill>
                  <a:srgbClr val="FFFFFF"/>
                </a:solidFill>
                <a:latin typeface="Trebuchet MS"/>
                <a:cs typeface="Trebuchet MS"/>
              </a:rPr>
              <a:t>Searching</a:t>
            </a:r>
            <a:r>
              <a:rPr dirty="0" sz="4500" spc="-3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43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500" spc="-3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10">
                <a:solidFill>
                  <a:srgbClr val="FFFFFF"/>
                </a:solidFill>
                <a:latin typeface="Trebuchet MS"/>
                <a:cs typeface="Trebuchet MS"/>
              </a:rPr>
              <a:t>Sorting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256633" y="2017758"/>
            <a:ext cx="5149215" cy="872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50" spc="375">
                <a:solidFill>
                  <a:srgbClr val="FFFFFF"/>
                </a:solidFill>
                <a:latin typeface="Trebuchet MS"/>
                <a:cs typeface="Trebuchet MS"/>
              </a:rPr>
              <a:t>CO2-</a:t>
            </a:r>
            <a:r>
              <a:rPr dirty="0" sz="5550" spc="-25">
                <a:solidFill>
                  <a:srgbClr val="FFFFFF"/>
                </a:solidFill>
                <a:latin typeface="Trebuchet MS"/>
                <a:cs typeface="Trebuchet MS"/>
              </a:rPr>
              <a:t>Linked</a:t>
            </a:r>
            <a:r>
              <a:rPr dirty="0" sz="5550" spc="-409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550" spc="-405">
                <a:solidFill>
                  <a:srgbClr val="FFFFFF"/>
                </a:solidFill>
                <a:latin typeface="Trebuchet MS"/>
                <a:cs typeface="Trebuchet MS"/>
              </a:rPr>
              <a:t>Lists</a:t>
            </a:r>
            <a:endParaRPr sz="5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250" spc="545">
                <a:solidFill>
                  <a:srgbClr val="000000"/>
                </a:solidFill>
              </a:rPr>
              <a:t>CO3</a:t>
            </a:r>
            <a:r>
              <a:rPr dirty="0" sz="4250" spc="-350">
                <a:solidFill>
                  <a:srgbClr val="000000"/>
                </a:solidFill>
              </a:rPr>
              <a:t> </a:t>
            </a:r>
            <a:r>
              <a:rPr dirty="0" sz="4250" spc="560">
                <a:solidFill>
                  <a:srgbClr val="000000"/>
                </a:solidFill>
              </a:rPr>
              <a:t>–</a:t>
            </a:r>
            <a:r>
              <a:rPr dirty="0" sz="4250" spc="-345">
                <a:solidFill>
                  <a:srgbClr val="000000"/>
                </a:solidFill>
              </a:rPr>
              <a:t> </a:t>
            </a:r>
            <a:r>
              <a:rPr dirty="0" sz="4250" spc="120">
                <a:solidFill>
                  <a:srgbClr val="000000"/>
                </a:solidFill>
              </a:rPr>
              <a:t>Stack</a:t>
            </a:r>
            <a:r>
              <a:rPr dirty="0" sz="4250" spc="-350">
                <a:solidFill>
                  <a:srgbClr val="000000"/>
                </a:solidFill>
              </a:rPr>
              <a:t> </a:t>
            </a:r>
            <a:r>
              <a:rPr dirty="0" sz="4250" spc="415">
                <a:solidFill>
                  <a:srgbClr val="000000"/>
                </a:solidFill>
              </a:rPr>
              <a:t>and</a:t>
            </a:r>
            <a:r>
              <a:rPr dirty="0" sz="4250" spc="-345">
                <a:solidFill>
                  <a:srgbClr val="000000"/>
                </a:solidFill>
              </a:rPr>
              <a:t> </a:t>
            </a:r>
            <a:r>
              <a:rPr dirty="0" sz="4250" spc="340">
                <a:solidFill>
                  <a:srgbClr val="000000"/>
                </a:solidFill>
              </a:rPr>
              <a:t>Queue</a:t>
            </a:r>
            <a:endParaRPr sz="4250"/>
          </a:p>
        </p:txBody>
      </p:sp>
      <p:sp>
        <p:nvSpPr>
          <p:cNvPr id="3" name="object 3" descr=""/>
          <p:cNvSpPr txBox="1"/>
          <p:nvPr/>
        </p:nvSpPr>
        <p:spPr>
          <a:xfrm>
            <a:off x="12436085" y="2121909"/>
            <a:ext cx="3736975" cy="683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00" spc="545">
                <a:latin typeface="Trebuchet MS"/>
                <a:cs typeface="Trebuchet MS"/>
              </a:rPr>
              <a:t>CO4</a:t>
            </a:r>
            <a:r>
              <a:rPr dirty="0" sz="4300" spc="-360">
                <a:latin typeface="Trebuchet MS"/>
                <a:cs typeface="Trebuchet MS"/>
              </a:rPr>
              <a:t> </a:t>
            </a:r>
            <a:r>
              <a:rPr dirty="0" sz="4300" spc="565">
                <a:latin typeface="Trebuchet MS"/>
                <a:cs typeface="Trebuchet MS"/>
              </a:rPr>
              <a:t>–</a:t>
            </a:r>
            <a:r>
              <a:rPr dirty="0" sz="4300" spc="-355">
                <a:latin typeface="Trebuchet MS"/>
                <a:cs typeface="Trebuchet MS"/>
              </a:rPr>
              <a:t> </a:t>
            </a:r>
            <a:r>
              <a:rPr dirty="0" sz="4300" spc="105">
                <a:latin typeface="Trebuchet MS"/>
                <a:cs typeface="Trebuchet MS"/>
              </a:rPr>
              <a:t>Hashing</a:t>
            </a:r>
            <a:endParaRPr sz="4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11699" y="1635125"/>
            <a:ext cx="17751425" cy="8243570"/>
            <a:chOff x="211699" y="1635125"/>
            <a:chExt cx="17751425" cy="82435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99" y="1635125"/>
              <a:ext cx="8934449" cy="56292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4844" y="4649005"/>
              <a:ext cx="9067799" cy="52292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804" y="238188"/>
            <a:ext cx="1005776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Trebuchet MS"/>
                <a:cs typeface="Trebuchet MS"/>
              </a:rPr>
              <a:t>Project</a:t>
            </a:r>
            <a:r>
              <a:rPr dirty="0" spc="-484" b="1">
                <a:latin typeface="Trebuchet MS"/>
                <a:cs typeface="Trebuchet MS"/>
              </a:rPr>
              <a:t> </a:t>
            </a:r>
            <a:r>
              <a:rPr dirty="0" spc="225" b="1">
                <a:latin typeface="Trebuchet MS"/>
                <a:cs typeface="Trebuchet MS"/>
              </a:rPr>
              <a:t>Screen</a:t>
            </a:r>
            <a:r>
              <a:rPr dirty="0" spc="-484" b="1">
                <a:latin typeface="Trebuchet MS"/>
                <a:cs typeface="Trebuchet MS"/>
              </a:rPr>
              <a:t> </a:t>
            </a:r>
            <a:r>
              <a:rPr dirty="0" spc="105" b="1">
                <a:latin typeface="Trebuchet MS"/>
                <a:cs typeface="Trebuchet MS"/>
              </a:rPr>
              <a:t>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925" y="1028700"/>
            <a:ext cx="7867649" cy="36480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469" y="1028700"/>
            <a:ext cx="7458074" cy="33813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925" y="5421751"/>
            <a:ext cx="8286749" cy="36385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8628" y="5421751"/>
            <a:ext cx="8658224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1181" y="1636857"/>
            <a:ext cx="17761585" cy="8443595"/>
            <a:chOff x="231181" y="1636857"/>
            <a:chExt cx="17761585" cy="84435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81" y="1636857"/>
              <a:ext cx="8705849" cy="48958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375" y="4984583"/>
              <a:ext cx="9058273" cy="50958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6455" y="94601"/>
            <a:ext cx="7231380" cy="11728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0" spc="290" b="1">
                <a:latin typeface="Trebuchet MS"/>
                <a:cs typeface="Trebuchet MS"/>
              </a:rPr>
              <a:t>Geo-</a:t>
            </a:r>
            <a:r>
              <a:rPr dirty="0" sz="7500" spc="590" b="1">
                <a:latin typeface="Trebuchet MS"/>
                <a:cs typeface="Trebuchet MS"/>
              </a:rPr>
              <a:t>tag</a:t>
            </a:r>
            <a:r>
              <a:rPr dirty="0" sz="7500" spc="-370" b="1">
                <a:latin typeface="Trebuchet MS"/>
                <a:cs typeface="Trebuchet MS"/>
              </a:rPr>
              <a:t> </a:t>
            </a:r>
            <a:r>
              <a:rPr dirty="0" sz="7500" spc="130" b="1">
                <a:latin typeface="Trebuchet MS"/>
                <a:cs typeface="Trebuchet MS"/>
              </a:rPr>
              <a:t>Photos</a:t>
            </a:r>
            <a:endParaRPr sz="7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59" y="2985105"/>
            <a:ext cx="8677274" cy="48767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736" y="2916428"/>
            <a:ext cx="8801098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95093" y="3110228"/>
            <a:ext cx="14097635" cy="4273550"/>
          </a:xfrm>
          <a:prstGeom prst="rect">
            <a:avLst/>
          </a:prstGeom>
        </p:spPr>
        <p:txBody>
          <a:bodyPr wrap="square" lIns="0" tIns="220980" rIns="0" bIns="0" rtlCol="0" vert="horz">
            <a:spAutoFit/>
          </a:bodyPr>
          <a:lstStyle/>
          <a:p>
            <a:pPr algn="ctr" marL="12065" marR="5080" indent="-635">
              <a:lnSpc>
                <a:spcPts val="7950"/>
              </a:lnSpc>
              <a:spcBef>
                <a:spcPts val="1740"/>
              </a:spcBef>
            </a:pPr>
            <a:r>
              <a:rPr dirty="0" sz="8000" spc="430">
                <a:solidFill>
                  <a:srgbClr val="205980"/>
                </a:solidFill>
                <a:latin typeface="Trebuchet MS"/>
                <a:cs typeface="Trebuchet MS"/>
              </a:rPr>
              <a:t>“</a:t>
            </a:r>
            <a:r>
              <a:rPr dirty="0" sz="8000" spc="430" b="1">
                <a:solidFill>
                  <a:srgbClr val="205980"/>
                </a:solidFill>
                <a:latin typeface="Trebuchet MS"/>
                <a:cs typeface="Trebuchet MS"/>
              </a:rPr>
              <a:t>Make</a:t>
            </a:r>
            <a:r>
              <a:rPr dirty="0" sz="8000" spc="-365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b="1">
                <a:solidFill>
                  <a:srgbClr val="205980"/>
                </a:solidFill>
                <a:latin typeface="Trebuchet MS"/>
                <a:cs typeface="Trebuchet MS"/>
              </a:rPr>
              <a:t>your</a:t>
            </a:r>
            <a:r>
              <a:rPr dirty="0" sz="8000" spc="-3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b="1">
                <a:solidFill>
                  <a:srgbClr val="205980"/>
                </a:solidFill>
                <a:latin typeface="Trebuchet MS"/>
                <a:cs typeface="Trebuchet MS"/>
              </a:rPr>
              <a:t>next</a:t>
            </a:r>
            <a:r>
              <a:rPr dirty="0" sz="8000" spc="-3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155" b="1">
                <a:solidFill>
                  <a:srgbClr val="205980"/>
                </a:solidFill>
                <a:latin typeface="Trebuchet MS"/>
                <a:cs typeface="Trebuchet MS"/>
              </a:rPr>
              <a:t>adventure </a:t>
            </a:r>
            <a:r>
              <a:rPr dirty="0" sz="8000" spc="95" b="1">
                <a:solidFill>
                  <a:srgbClr val="205980"/>
                </a:solidFill>
                <a:latin typeface="Trebuchet MS"/>
                <a:cs typeface="Trebuchet MS"/>
              </a:rPr>
              <a:t>unforgettable</a:t>
            </a:r>
            <a:r>
              <a:rPr dirty="0" sz="8000" spc="-660" b="1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525">
                <a:solidFill>
                  <a:srgbClr val="205980"/>
                </a:solidFill>
                <a:latin typeface="Trebuchet MS"/>
                <a:cs typeface="Trebuchet MS"/>
              </a:rPr>
              <a:t>by</a:t>
            </a:r>
            <a:r>
              <a:rPr dirty="0" sz="8000" spc="-660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380">
                <a:solidFill>
                  <a:srgbClr val="205980"/>
                </a:solidFill>
                <a:latin typeface="Trebuchet MS"/>
                <a:cs typeface="Trebuchet MS"/>
              </a:rPr>
              <a:t>embracing </a:t>
            </a:r>
            <a:r>
              <a:rPr dirty="0" sz="8000" spc="490">
                <a:solidFill>
                  <a:srgbClr val="205980"/>
                </a:solidFill>
                <a:latin typeface="Trebuchet MS"/>
                <a:cs typeface="Trebuchet MS"/>
              </a:rPr>
              <a:t>new</a:t>
            </a:r>
            <a:r>
              <a:rPr dirty="0" sz="8000" spc="-670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250">
                <a:solidFill>
                  <a:srgbClr val="205980"/>
                </a:solidFill>
                <a:latin typeface="Trebuchet MS"/>
                <a:cs typeface="Trebuchet MS"/>
              </a:rPr>
              <a:t>challenges</a:t>
            </a:r>
            <a:r>
              <a:rPr dirty="0" sz="8000" spc="-665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740">
                <a:solidFill>
                  <a:srgbClr val="205980"/>
                </a:solidFill>
                <a:latin typeface="Trebuchet MS"/>
                <a:cs typeface="Trebuchet MS"/>
              </a:rPr>
              <a:t>and</a:t>
            </a:r>
            <a:r>
              <a:rPr dirty="0" sz="8000" spc="-670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-10">
                <a:solidFill>
                  <a:srgbClr val="205980"/>
                </a:solidFill>
                <a:latin typeface="Trebuchet MS"/>
                <a:cs typeface="Trebuchet MS"/>
              </a:rPr>
              <a:t>exploring </a:t>
            </a:r>
            <a:r>
              <a:rPr dirty="0" sz="8000" spc="110">
                <a:solidFill>
                  <a:srgbClr val="205980"/>
                </a:solidFill>
                <a:latin typeface="Trebuchet MS"/>
                <a:cs typeface="Trebuchet MS"/>
              </a:rPr>
              <a:t>the</a:t>
            </a:r>
            <a:r>
              <a:rPr dirty="0" sz="8000" spc="-670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360">
                <a:solidFill>
                  <a:srgbClr val="205980"/>
                </a:solidFill>
                <a:latin typeface="Trebuchet MS"/>
                <a:cs typeface="Trebuchet MS"/>
              </a:rPr>
              <a:t>beauty</a:t>
            </a:r>
            <a:r>
              <a:rPr dirty="0" sz="8000" spc="-665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110">
                <a:solidFill>
                  <a:srgbClr val="205980"/>
                </a:solidFill>
                <a:latin typeface="Trebuchet MS"/>
                <a:cs typeface="Trebuchet MS"/>
              </a:rPr>
              <a:t>of</a:t>
            </a:r>
            <a:r>
              <a:rPr dirty="0" sz="8000" spc="-665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70">
                <a:solidFill>
                  <a:srgbClr val="205980"/>
                </a:solidFill>
                <a:latin typeface="Trebuchet MS"/>
                <a:cs typeface="Trebuchet MS"/>
              </a:rPr>
              <a:t>our</a:t>
            </a:r>
            <a:r>
              <a:rPr dirty="0" sz="8000" spc="-670">
                <a:solidFill>
                  <a:srgbClr val="205980"/>
                </a:solidFill>
                <a:latin typeface="Trebuchet MS"/>
                <a:cs typeface="Trebuchet MS"/>
              </a:rPr>
              <a:t> </a:t>
            </a:r>
            <a:r>
              <a:rPr dirty="0" sz="8000" spc="-10">
                <a:solidFill>
                  <a:srgbClr val="205980"/>
                </a:solidFill>
                <a:latin typeface="Trebuchet MS"/>
                <a:cs typeface="Trebuchet MS"/>
              </a:rPr>
              <a:t>world.”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537837" y="1059592"/>
            <a:ext cx="1209675" cy="931544"/>
          </a:xfrm>
          <a:custGeom>
            <a:avLst/>
            <a:gdLst/>
            <a:ahLst/>
            <a:cxnLst/>
            <a:rect l="l" t="t" r="r" b="b"/>
            <a:pathLst>
              <a:path w="1209675" h="931544">
                <a:moveTo>
                  <a:pt x="310540" y="931132"/>
                </a:moveTo>
                <a:lnTo>
                  <a:pt x="292316" y="931132"/>
                </a:lnTo>
                <a:lnTo>
                  <a:pt x="241093" y="925475"/>
                </a:lnTo>
                <a:lnTo>
                  <a:pt x="190547" y="908872"/>
                </a:lnTo>
                <a:lnTo>
                  <a:pt x="145415" y="883472"/>
                </a:lnTo>
                <a:lnTo>
                  <a:pt x="107804" y="851131"/>
                </a:lnTo>
                <a:lnTo>
                  <a:pt x="75462" y="812926"/>
                </a:lnTo>
                <a:lnTo>
                  <a:pt x="48679" y="772022"/>
                </a:lnTo>
                <a:lnTo>
                  <a:pt x="27597" y="727229"/>
                </a:lnTo>
                <a:lnTo>
                  <a:pt x="12361" y="677356"/>
                </a:lnTo>
                <a:lnTo>
                  <a:pt x="3114" y="621215"/>
                </a:lnTo>
                <a:lnTo>
                  <a:pt x="0" y="557614"/>
                </a:lnTo>
                <a:lnTo>
                  <a:pt x="2203" y="510297"/>
                </a:lnTo>
                <a:lnTo>
                  <a:pt x="8707" y="463788"/>
                </a:lnTo>
                <a:lnTo>
                  <a:pt x="19348" y="418234"/>
                </a:lnTo>
                <a:lnTo>
                  <a:pt x="33963" y="373783"/>
                </a:lnTo>
                <a:lnTo>
                  <a:pt x="52392" y="330584"/>
                </a:lnTo>
                <a:lnTo>
                  <a:pt x="74471" y="288784"/>
                </a:lnTo>
                <a:lnTo>
                  <a:pt x="100037" y="248532"/>
                </a:lnTo>
                <a:lnTo>
                  <a:pt x="128929" y="209976"/>
                </a:lnTo>
                <a:lnTo>
                  <a:pt x="160984" y="173264"/>
                </a:lnTo>
                <a:lnTo>
                  <a:pt x="196040" y="138543"/>
                </a:lnTo>
                <a:lnTo>
                  <a:pt x="233935" y="105962"/>
                </a:lnTo>
                <a:lnTo>
                  <a:pt x="274506" y="75669"/>
                </a:lnTo>
                <a:lnTo>
                  <a:pt x="317590" y="47813"/>
                </a:lnTo>
                <a:lnTo>
                  <a:pt x="363026" y="22540"/>
                </a:lnTo>
                <a:lnTo>
                  <a:pt x="410651" y="0"/>
                </a:lnTo>
                <a:lnTo>
                  <a:pt x="471465" y="93843"/>
                </a:lnTo>
                <a:lnTo>
                  <a:pt x="408655" y="131701"/>
                </a:lnTo>
                <a:lnTo>
                  <a:pt x="355872" y="171181"/>
                </a:lnTo>
                <a:lnTo>
                  <a:pt x="312180" y="211709"/>
                </a:lnTo>
                <a:lnTo>
                  <a:pt x="276642" y="252712"/>
                </a:lnTo>
                <a:lnTo>
                  <a:pt x="248322" y="293619"/>
                </a:lnTo>
                <a:lnTo>
                  <a:pt x="226285" y="333855"/>
                </a:lnTo>
                <a:lnTo>
                  <a:pt x="209595" y="372848"/>
                </a:lnTo>
                <a:lnTo>
                  <a:pt x="197314" y="410026"/>
                </a:lnTo>
                <a:lnTo>
                  <a:pt x="182239" y="476641"/>
                </a:lnTo>
                <a:lnTo>
                  <a:pt x="391678" y="476641"/>
                </a:lnTo>
                <a:lnTo>
                  <a:pt x="399763" y="479755"/>
                </a:lnTo>
                <a:lnTo>
                  <a:pt x="437108" y="502582"/>
                </a:lnTo>
                <a:lnTo>
                  <a:pt x="469524" y="531514"/>
                </a:lnTo>
                <a:lnTo>
                  <a:pt x="496182" y="565790"/>
                </a:lnTo>
                <a:lnTo>
                  <a:pt x="516250" y="604649"/>
                </a:lnTo>
                <a:lnTo>
                  <a:pt x="528900" y="647328"/>
                </a:lnTo>
                <a:lnTo>
                  <a:pt x="533301" y="693068"/>
                </a:lnTo>
                <a:lnTo>
                  <a:pt x="533301" y="700874"/>
                </a:lnTo>
                <a:lnTo>
                  <a:pt x="527198" y="747225"/>
                </a:lnTo>
                <a:lnTo>
                  <a:pt x="512170" y="791494"/>
                </a:lnTo>
                <a:lnTo>
                  <a:pt x="488794" y="831981"/>
                </a:lnTo>
                <a:lnTo>
                  <a:pt x="457969" y="867130"/>
                </a:lnTo>
                <a:lnTo>
                  <a:pt x="420879" y="895589"/>
                </a:lnTo>
                <a:lnTo>
                  <a:pt x="378949" y="916266"/>
                </a:lnTo>
                <a:lnTo>
                  <a:pt x="333791" y="928366"/>
                </a:lnTo>
                <a:lnTo>
                  <a:pt x="318309" y="930275"/>
                </a:lnTo>
                <a:lnTo>
                  <a:pt x="310540" y="931132"/>
                </a:lnTo>
                <a:close/>
              </a:path>
              <a:path w="1209675" h="931544">
                <a:moveTo>
                  <a:pt x="391678" y="476641"/>
                </a:moveTo>
                <a:lnTo>
                  <a:pt x="182239" y="476641"/>
                </a:lnTo>
                <a:lnTo>
                  <a:pt x="211595" y="464732"/>
                </a:lnTo>
                <a:lnTo>
                  <a:pt x="244041" y="457318"/>
                </a:lnTo>
                <a:lnTo>
                  <a:pt x="278428" y="454270"/>
                </a:lnTo>
                <a:lnTo>
                  <a:pt x="313606" y="455462"/>
                </a:lnTo>
                <a:lnTo>
                  <a:pt x="358283" y="463788"/>
                </a:lnTo>
                <a:lnTo>
                  <a:pt x="391678" y="476641"/>
                </a:lnTo>
                <a:close/>
              </a:path>
              <a:path w="1209675" h="931544">
                <a:moveTo>
                  <a:pt x="991555" y="931132"/>
                </a:moveTo>
                <a:lnTo>
                  <a:pt x="973330" y="931132"/>
                </a:lnTo>
                <a:lnTo>
                  <a:pt x="922107" y="925475"/>
                </a:lnTo>
                <a:lnTo>
                  <a:pt x="871561" y="908872"/>
                </a:lnTo>
                <a:lnTo>
                  <a:pt x="826429" y="883472"/>
                </a:lnTo>
                <a:lnTo>
                  <a:pt x="788818" y="851131"/>
                </a:lnTo>
                <a:lnTo>
                  <a:pt x="756477" y="812926"/>
                </a:lnTo>
                <a:lnTo>
                  <a:pt x="729693" y="772022"/>
                </a:lnTo>
                <a:lnTo>
                  <a:pt x="708611" y="727229"/>
                </a:lnTo>
                <a:lnTo>
                  <a:pt x="693375" y="677356"/>
                </a:lnTo>
                <a:lnTo>
                  <a:pt x="684128" y="621215"/>
                </a:lnTo>
                <a:lnTo>
                  <a:pt x="681013" y="557614"/>
                </a:lnTo>
                <a:lnTo>
                  <a:pt x="683217" y="510297"/>
                </a:lnTo>
                <a:lnTo>
                  <a:pt x="689721" y="463788"/>
                </a:lnTo>
                <a:lnTo>
                  <a:pt x="700362" y="418234"/>
                </a:lnTo>
                <a:lnTo>
                  <a:pt x="714978" y="373783"/>
                </a:lnTo>
                <a:lnTo>
                  <a:pt x="733406" y="330584"/>
                </a:lnTo>
                <a:lnTo>
                  <a:pt x="755485" y="288784"/>
                </a:lnTo>
                <a:lnTo>
                  <a:pt x="781051" y="248532"/>
                </a:lnTo>
                <a:lnTo>
                  <a:pt x="809943" y="209976"/>
                </a:lnTo>
                <a:lnTo>
                  <a:pt x="841999" y="173264"/>
                </a:lnTo>
                <a:lnTo>
                  <a:pt x="877055" y="138543"/>
                </a:lnTo>
                <a:lnTo>
                  <a:pt x="914949" y="105962"/>
                </a:lnTo>
                <a:lnTo>
                  <a:pt x="955520" y="75669"/>
                </a:lnTo>
                <a:lnTo>
                  <a:pt x="998604" y="47813"/>
                </a:lnTo>
                <a:lnTo>
                  <a:pt x="1044040" y="22540"/>
                </a:lnTo>
                <a:lnTo>
                  <a:pt x="1091665" y="0"/>
                </a:lnTo>
                <a:lnTo>
                  <a:pt x="1152479" y="93843"/>
                </a:lnTo>
                <a:lnTo>
                  <a:pt x="1089669" y="131701"/>
                </a:lnTo>
                <a:lnTo>
                  <a:pt x="1036886" y="171181"/>
                </a:lnTo>
                <a:lnTo>
                  <a:pt x="993194" y="211709"/>
                </a:lnTo>
                <a:lnTo>
                  <a:pt x="957656" y="252712"/>
                </a:lnTo>
                <a:lnTo>
                  <a:pt x="929337" y="293619"/>
                </a:lnTo>
                <a:lnTo>
                  <a:pt x="907300" y="333855"/>
                </a:lnTo>
                <a:lnTo>
                  <a:pt x="890609" y="372848"/>
                </a:lnTo>
                <a:lnTo>
                  <a:pt x="878328" y="410026"/>
                </a:lnTo>
                <a:lnTo>
                  <a:pt x="863253" y="476641"/>
                </a:lnTo>
                <a:lnTo>
                  <a:pt x="1072692" y="476641"/>
                </a:lnTo>
                <a:lnTo>
                  <a:pt x="1080777" y="479755"/>
                </a:lnTo>
                <a:lnTo>
                  <a:pt x="1118122" y="502582"/>
                </a:lnTo>
                <a:lnTo>
                  <a:pt x="1150539" y="531514"/>
                </a:lnTo>
                <a:lnTo>
                  <a:pt x="1177196" y="565790"/>
                </a:lnTo>
                <a:lnTo>
                  <a:pt x="1197265" y="604649"/>
                </a:lnTo>
                <a:lnTo>
                  <a:pt x="1209675" y="646519"/>
                </a:lnTo>
                <a:lnTo>
                  <a:pt x="1209675" y="739568"/>
                </a:lnTo>
                <a:lnTo>
                  <a:pt x="1199159" y="777070"/>
                </a:lnTo>
                <a:lnTo>
                  <a:pt x="1182491" y="812312"/>
                </a:lnTo>
                <a:lnTo>
                  <a:pt x="1155259" y="850313"/>
                </a:lnTo>
                <a:lnTo>
                  <a:pt x="1121137" y="882271"/>
                </a:lnTo>
                <a:lnTo>
                  <a:pt x="1081436" y="906958"/>
                </a:lnTo>
                <a:lnTo>
                  <a:pt x="1037681" y="923425"/>
                </a:lnTo>
                <a:lnTo>
                  <a:pt x="999323" y="930275"/>
                </a:lnTo>
                <a:lnTo>
                  <a:pt x="991555" y="931132"/>
                </a:lnTo>
                <a:close/>
              </a:path>
              <a:path w="1209675" h="931544">
                <a:moveTo>
                  <a:pt x="1072692" y="476641"/>
                </a:moveTo>
                <a:lnTo>
                  <a:pt x="863253" y="476641"/>
                </a:lnTo>
                <a:lnTo>
                  <a:pt x="892609" y="464732"/>
                </a:lnTo>
                <a:lnTo>
                  <a:pt x="925055" y="457318"/>
                </a:lnTo>
                <a:lnTo>
                  <a:pt x="959442" y="454270"/>
                </a:lnTo>
                <a:lnTo>
                  <a:pt x="994620" y="455462"/>
                </a:lnTo>
                <a:lnTo>
                  <a:pt x="1039298" y="463788"/>
                </a:lnTo>
                <a:lnTo>
                  <a:pt x="1072692" y="476641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867" y="1964027"/>
            <a:ext cx="13126719" cy="3782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650" spc="-1410" b="1">
                <a:latin typeface="Times New Roman"/>
                <a:cs typeface="Times New Roman"/>
              </a:rPr>
              <a:t>T</a:t>
            </a:r>
            <a:r>
              <a:rPr dirty="0" sz="24650" spc="-1505" b="1">
                <a:latin typeface="Times New Roman"/>
                <a:cs typeface="Times New Roman"/>
              </a:rPr>
              <a:t>h</a:t>
            </a:r>
            <a:r>
              <a:rPr dirty="0" sz="24650" spc="-1410" b="1">
                <a:latin typeface="Times New Roman"/>
                <a:cs typeface="Times New Roman"/>
              </a:rPr>
              <a:t>a</a:t>
            </a:r>
            <a:r>
              <a:rPr dirty="0" sz="24650" spc="-1505" b="1">
                <a:latin typeface="Times New Roman"/>
                <a:cs typeface="Times New Roman"/>
              </a:rPr>
              <a:t>n</a:t>
            </a:r>
            <a:r>
              <a:rPr dirty="0" sz="24650" spc="-2140" b="1">
                <a:latin typeface="Times New Roman"/>
                <a:cs typeface="Times New Roman"/>
              </a:rPr>
              <a:t>k</a:t>
            </a:r>
            <a:r>
              <a:rPr dirty="0" sz="24650" spc="-2295" b="1">
                <a:latin typeface="Times New Roman"/>
                <a:cs typeface="Times New Roman"/>
              </a:rPr>
              <a:t>y</a:t>
            </a:r>
            <a:r>
              <a:rPr dirty="0" sz="24650" spc="-1410" b="1">
                <a:latin typeface="Times New Roman"/>
                <a:cs typeface="Times New Roman"/>
              </a:rPr>
              <a:t>o</a:t>
            </a:r>
            <a:r>
              <a:rPr dirty="0" sz="24650" spc="-1505" b="1">
                <a:latin typeface="Times New Roman"/>
                <a:cs typeface="Times New Roman"/>
              </a:rPr>
              <a:t>u</a:t>
            </a:r>
            <a:r>
              <a:rPr dirty="0" sz="24650" spc="-665" b="1">
                <a:latin typeface="Times New Roman"/>
                <a:cs typeface="Times New Roman"/>
              </a:rPr>
              <a:t>!</a:t>
            </a:r>
            <a:endParaRPr sz="24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Sharon Rhoda</dc:creator>
  <cp:keywords>DAHDbKMN3RA,BAG7UfTn2Dw,0</cp:keywords>
  <dc:title>DSA presentation- Travel Destination Guide</dc:title>
  <dcterms:created xsi:type="dcterms:W3CDTF">2026-03-12T03:14:15Z</dcterms:created>
  <dcterms:modified xsi:type="dcterms:W3CDTF">2026-03-12T03:14:15Z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2026-03-12T00:00:00Z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